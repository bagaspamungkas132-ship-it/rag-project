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46304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2926080"/>
            <a:ext cx="3657600" cy="3657600"/>
          </a:xfrm>
          <a:prstGeom prst="ellipse">
            <a:avLst/>
          </a:prstGeom>
          <a:solidFill>
            <a:srgbClr val="21C0A5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OCBC ONE PEOPLE COMPANY HACKATHON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Flex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rate for everyone to the right rate for the right customer, at the right time.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4114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dynamic pricing for TAKA Online &amp; Deposito Online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46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C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284.7M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Indonesians, 2025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4846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C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49.27%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Gen Z &amp; Millennials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4846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C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rate offered to all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868680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344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rate for everyone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longer fits a digitally-savvy customer base that expects personalised, relevant, real-time value.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406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048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889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is entering a digital-first era. Of 284.7M people (2025), 49.27% are Gen Z &amp; Millennials — digitally native, used to personalised promos, loyalty gamification, and time-sensitive offers on platforms like marketplaces, hotels and ticketing.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240280"/>
            <a:ext cx="54406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4048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889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remains untapped in banking. Customers with very different transaction history, holdings, balance and engagement are still shown the same promo rate on TAKA Online and Deposito Online — the bank treats everyone alike while expectations get more personal.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54406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5537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Addressed Today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9377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rates are set uniformly per product/tenor, with no personalisation layer — unlike tiket.com or Traveloka, which already price dynamically by demand, timing and user segment.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4389120"/>
            <a:ext cx="544068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45537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Impacted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9377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Emerging Affluent segment — predominantly tech-savvy Gen Z &amp; Millennial customers — plus the Treasury/ALCO and Product teams who own pricing and margin.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Flex recommends a personalised interest rate for every TAKA Online / Deposito Online customer — within limits Treasury already approved.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440680" cy="278892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94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that recommends a personal rate per customer, inside Treasury/Product-Owner-approved guardrails — not open pricing.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Product Owner &amp; Treasury (set the guardrails), Emerging Affluent customers (receive the offer).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business outcomes — conversion and margin — not technology for its own sake.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440680" cy="278892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194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0604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balance, funding/lending history, transaction patterns, product holding, profitability, engagement.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chained agents — Alco/FTP → Product Rate → Dynamic Rate → Conductor — turn that data into a rate and a moment to show it.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appear at each customer's own usual transaction time, filtered by eligibility and bounded by anti-discrimination guardrails.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0749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5166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422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Alco / FTP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53512" y="533095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27832" y="50749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27832" y="5166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227832" y="5422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Product Rate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724144" y="533095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98464" y="50749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98464" y="5166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4" y="5422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Dynamic Rate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94776" y="533095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69096" y="50749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21C0A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9096" y="5166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69096" y="5422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Conductor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and Challenges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 on TAKA Online / Deposito Online through rates that actually match the customer.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and cost of funds stay protected — promo spend gets targeted, not raised uniformly for everyone.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pricing from static and manual to dynamic and real-time, the way tiket.com and Traveloka already operate.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Value Capture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204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the existing TAKA/Deposito Online flow; pricing &amp; product teams upskill to manage dynamic rates.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per layer — ALCO/Treasury, Product Owner, Segment/Proposition Owner, Platform Owner.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280160"/>
            <a:ext cx="4023360" cy="48463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C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Access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3957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real-time availability of transaction/profile data; internal data approvals.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Dependencies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584448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guardrails needed to prevent unfair/discriminatory pricing across similar segments; risk &amp; compliance review; platform credit limits and hackathon timeline.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AND CHALLENGES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F7FAFC"/>
          </a:solidFill>
          <a:ln w="15875">
            <a:solidFill>
              <a:srgbClr val="065A82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PLACEHOLDER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the recorded demo, or 2–3 screenshots showing the solution in action: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3832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the personalised rate calculation and the raw customer data behind it, for judge transparency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mobile banking mockup — the personal offer notification appearing at the customer's usual transaction hour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 Estimation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301752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3474720"/>
                <a:gridCol w="3291840"/>
                <a:gridCol w="12801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/ Proxy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 &amp;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saved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Team-hours per pricing cycle, manual vs. automated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from current manual process (internal team)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revenue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conversion lift on TAKA/Deposito Online; incremental revenue at stable avg. cost of funds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funding targets + assumed rate-conversion elasticity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&amp; consistency of pricing decisions vs. manual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/ demo observation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Trust, capability, risk posture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 compliance (rated High/Med/Low)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judgement, not monetised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26280"/>
            <a:ext cx="11247120" cy="822960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64515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benefit carries a proxy metric, a stated assumption, and a confidence level — a range with a basis beats a precise number without one.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benefits count too: measured by observable behaviour or a rated scale.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ESTIMATION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5B6B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Data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funding/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history,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patterns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450592" y="18745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70048" y="13716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61488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Alco/FTP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funds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pricing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8745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82896" y="13716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74336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Product Rate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74336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product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18745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95744" y="13716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87184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3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Dynamic Rate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187184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rate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089136" y="18745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308592" y="13716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21C0A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00032" y="1481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4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Conductor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400032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to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web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5440680" cy="23774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7947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(backend)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(demo dashboard)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 (interactive mobile banking mockup)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XGBoost (scoring model)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3200400"/>
            <a:ext cx="5440680" cy="237744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Model(s)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7947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OCBC LLM (Qwen) — reasoning &amp; notification generation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— propensity / dynamic-rate scoring per customer (Agent 3)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guardrails from Treasury / risk boundaries wrap every model output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for judge Q&amp;A — not part of the 6-minute pitch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Supporting Information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4068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3852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— Funds Transfer Pricing, the bank's internal cost of funds baseline.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Online — OCBC's online time-deposit product.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 Online — OCBC's online installment savings product.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44068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D9E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93852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tiket.com — dynamic pricing by demand, timing and user segment.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Traveloka — same product, different price by segment and timing.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11247120" cy="18288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977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C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Alignment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80560"/>
            <a:ext cx="2121408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8952" y="448056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Revenue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98648" y="4480560"/>
            <a:ext cx="2121408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71800" y="448056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Operational Efficiency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11496" y="4480560"/>
            <a:ext cx="2121408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84648" y="448056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Customer Experience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24344" y="4480560"/>
            <a:ext cx="2121408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97496" y="448056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37192" y="4480560"/>
            <a:ext cx="2121408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10344" y="4480560"/>
            <a:ext cx="1975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Risk / Compliance Lapses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2026-09-18T09:00:47Z</dcterms:created>
  <dcterms:modified xsi:type="dcterms:W3CDTF">2026-09-18T09:00:47Z</dcterms:modified>
</cp:coreProperties>
</file>